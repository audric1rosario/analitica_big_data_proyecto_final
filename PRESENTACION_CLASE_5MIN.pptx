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[0:00 - 0:45] ORLANDO: Buenos días profesor y compañeros. Hoy les presentamos cómo la analítica de redes sociales y el Big Data salvan millones de pesos en retención de clientes para Claro República Dominicana...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[0:45 - 1:30] ORLANDO: Claro gasta fortunas en encuestas que el 96% no responde. Sin embargo, en videos de YouTube los usuarios dejan miles de opiniones sobre fibra y 5G. Cerramos esa brecha...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[1:30 - 2:30] AUDRIC: Utilizamos herramientas 100% gratuitas. Conectamos la YouTube Data API v3 y extrajimos 799 comentarios reales de 56 videos. Construimos un pipeline NLP con Transformers en español...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[2:30 - 3:30] AUDRIC: El NSS es de +5.8%. El 81% son consultas de clientes. La red 5G es la joya con +14%, pero Atención al Cliente está en rojo con -3.2%. Además las quejas reciben 4 veces más apoyo comunitario...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[3:30 - 4:30] ORLANDO: Diseñamos Claro Sentinel para enlazar quejas al CRM en menos de 2 horas. El costo es de solo $4,850 dólares al año. Con retener 15 clientes al mes se paga en 90 días...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[4:30 - 5:00] AUDRIC: Demostramos que con herramientas gratuitas se construye analítica de clase mundial. ORLANDO: Muchas gracias por su atención, abrimos la sesión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A291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4A3B8"/>
                </a:solidFill>
              </a:defRPr>
            </a:pPr>
            <a:r>
              <a:t>UAPA • APLICACIONES ANALÍTICAS DE BIG DATA • PROYECTO FINAL</a:t>
            </a:r>
          </a:p>
          <a:p>
            <a:pPr>
              <a:spcBef>
                <a:spcPts val="1600"/>
              </a:spcBef>
              <a:defRPr sz="3000" b="1">
                <a:solidFill>
                  <a:srgbClr val="FFFFFF"/>
                </a:solidFill>
              </a:defRPr>
            </a:pPr>
            <a:r>
              <a:t>Auditoría de Experiencia y Sentimiento de Marca en Claro República Dominicana</a:t>
            </a:r>
          </a:p>
          <a:p>
            <a:pPr>
              <a:spcBef>
                <a:spcPts val="800"/>
              </a:spcBef>
              <a:defRPr sz="1500">
                <a:solidFill>
                  <a:srgbClr val="DA291C"/>
                </a:solidFill>
              </a:defRPr>
            </a:pPr>
            <a:r>
              <a:t>Transformando la Voz de Redes Sociales (YouTube API) en Retención y Calidad de Servicio mediante NLP</a:t>
            </a:r>
          </a:p>
          <a:p>
            <a:pPr>
              <a:spcBef>
                <a:spcPts val="2200"/>
              </a:spcBef>
              <a:defRPr sz="1200" b="1">
                <a:solidFill>
                  <a:srgbClr val="FFFFFF"/>
                </a:solidFill>
              </a:defRPr>
            </a:pPr>
            <a:r>
              <a:t>Facilitador: Luis Eduardo Bayonet Robles</a:t>
            </a:r>
            <a:br/>
            <a:r>
              <a:t>Expositores: Audric André Rosario Rosario (100089140) &amp; Orlando Benítez Ventura (100090873) | Tiempo: 5 Minutos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El Reto: Puntos Ciegos en la Satisfacción de Clientes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Por qué las encuestas tradicionales ya no son suficientes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Orlando Benítez (0:45 - 1:30)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Diapositiva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La Falla de las Encuestas Tradicionales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El 96% de los usuarios NO responde encuestas de satisfacción.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Reportes mensuales tardíos: cuando llegan, el cliente ya se cambió.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Costo elevado y muestreo desconectado de la operación diaria.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Falta de visibilidad sobre quejas reales de averías de internet.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La Mina de Oro de YouTube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Miles de comentarios voluntarios en anuncios, tutoriales y comparativas.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La voz honesta y sin filtro del usuario dominicano.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Información en tiempo real sobre fallas de fibra y red 5G.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Problema: Los datos viven dispersos y sin análisis estructurado.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Arquitectura Big Data: Extracción y NLP Transformer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Herramientas 100% gratuitas con consumo prudente de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Audric Rosario (1:30 - 2:30)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Diapositiva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Extracción YouTube Data API v3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799 comentarios únicos reales recolectados.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56 videos corporativos y comparativas técnicas.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Prudencia estricta: Solo 649 unidades de 10,000 diarias (&lt; 7%).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Datos locales congelados en data/raw/ para reproducibilidad.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Modelo Transformer en Español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Preprocesamiento fonético adaptado a dialecto dominicano.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Autoatención bidireccional para capturar ironía y contexto.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Clasificación multiclase: Positivo, Negativo, Neutro.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Mapeo a 5 tópicos: Fibra, 5G, Soporte, Facturas, Planes.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Hallazgos Clave: Diagnóstico y Riesgo de Viralidad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Métricas del Dashboard Ejecutivo interactivo en Plotly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Audric Rosario (2:30 - 3:30)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Diapositiva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Distribución y Net Sentiment Score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Net Sentiment Score (NSS): +5.76% (Percepción favorable).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Neutros: 81.0% (Consultas de cobertura, precios y ayuda).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Positivos: 12.4% (Orgullo por velocidad 5G y cobertura nacional).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Negativos: 6.6% (Demoras en call center y fibra nocturna).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Foco Crítico y Resonancia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🔴 Atención al Cliente es la mayor alarma: -3.2% NSS.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🟢 Red 5G es la mayor fortaleza: +14.0% NSS.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⚠️ Las quejas reciben 4 VECES MÁS LIKES que los elogios.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El descontento se viraliza y acelera el churn hacia Altice.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Solución 'Claro Sentinel NLP' y Retorno de Inversión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Resolución proactiva en menos de 2 horas vinculada al CRM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Orlando Benítez (3:30 - 4:30)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Diapositiva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Funcionamiento del Sistema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Escucha continua en canales oficiales de YouTube.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Clasificación automática de gravedad con Transformer.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Enrutamiento directo a la mesa de ayuda (CRM Salesforce).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Respuesta pública ágil en el mismo canal en &lt; 2 horas.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Presupuesto y Retorno (ROI)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Costo total anual: $4,850 USD en infraestructura cloud.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Aprovecha el Free Tier de YouTube Data API.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Amortización en &lt; 90 días reteniendo solo 15 clientes/mes.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ROI superior al 300% en el primer año de operación.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73152" cy="4114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Conclusiones, Recomendaciones y Preguntas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Impacto estratégico para Claro República Dominicana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Audric &amp; Orlando (4:30 - 5:00)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Diapositiva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Conclusiones del Proyecto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Herramientas gratuitas permiten analítica de calidad corporativa.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La red 5G es el gran diferenciador positivo de Claro RD.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La atención al cliente virtual requiere humanización urgente.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Código y datasets disponibles y reproducibles en GitHub.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Recomendaciones Gerenciales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Reducir los menús del bot a máximo 2 minutos para transferir a agente.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Auditar y estabilizar la fibra óptica residencial en horario de 7 a 11 PM.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Monitorear la competencia (Altice RD) en tiempo real.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¡Quedamos a su disposición para la sesión de preguntas!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73152" cy="4114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