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[00:00 - 00:35] ORLANDO: Saludos cordiales al facilitador y a los compañeros. Mi nombre es Orlando Benítez y junto a Audric Rosario presentamos nuestro proyecto final...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[00:35 - 01:15] ORLANDO: En un mercado de más de 5 millones de usuarios, la calidad percibida determina el churn. Las encuestas tradicionales tardan semanas, mientras en YouTube miles comentan caídas de fibra y demoras...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[01:15 - 02:30] AUDRIC: Para este reto diseñamos un pipeline reproducible con herramientas 100% gratuitas. Consumimos solo 649 unidades de cuota y extrajimos 799 comentarios de 56 videos...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[02:30 - 04:00] AUDRIC: El dialecto en redes en RD es complejo. Diseñamos un preprocesamiento fonético y aplicamos un Transformer en español con autoatención para capturar el contexto real...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[04:00 - 05:30] ORLANDO: Aquí mostramos nuestro dashboard ejecutivo en Plotly. La red 5G es la fortaleza de Claro con +14% NSS, pero Atención al Cliente es la alerta roja con -3.2%...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[05:30 - 06:05] ORLANDO: No basta con ver gráficos, se necesita actuar. Claro Sentinel detecta reclamos críticos y crea pre-tickets al CRM para responder en menos de 2 horas...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[06:05 - 06:45] ORLANDO: Implementar esta solución cuesta solo $4,850 dólares al año. Con retener 15 clientes al mes se amortiza en 90 días, con un plan secuencial de 16 semanas...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[06:45 - 07:30] AUDRIC: En conclusión, demostramos con rigor que herramientas de código abierto generan valor empresarial. ORLANDO: Recomendamos humanizar el bot y auditar la fibra. ¡Muchas gracias por su atención!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DA291C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97280"/>
            <a:ext cx="103327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94A3B8"/>
                </a:solidFill>
              </a:defRPr>
            </a:pPr>
            <a:r>
              <a:t>UNIVERSIDAD ABIERTA PARA ADULTOS (UAPA)</a:t>
            </a:r>
            <a:br/>
            <a:r>
              <a:t>MAESTRÍA EN ANALÍTICA DE BIG DATA E INTELIGENCIA DE NEGOCIOS</a:t>
            </a:r>
          </a:p>
          <a:p>
            <a:pPr>
              <a:spcBef>
                <a:spcPts val="1800"/>
              </a:spcBef>
              <a:defRPr sz="2800" b="1">
                <a:solidFill>
                  <a:srgbClr val="FFFFFF"/>
                </a:solidFill>
              </a:defRPr>
            </a:pPr>
            <a:r>
              <a:t>Auditoría de Experiencia del Cliente y Sentimiento de Marca en Telecomunicaciones vía YouTube Data API v3</a:t>
            </a:r>
          </a:p>
          <a:p>
            <a:pPr>
              <a:spcBef>
                <a:spcPts val="800"/>
              </a:spcBef>
              <a:defRPr sz="1600">
                <a:solidFill>
                  <a:srgbClr val="DA291C"/>
                </a:solidFill>
              </a:defRPr>
            </a:pPr>
            <a:r>
              <a:t>Caso de Estudio: Claro República Dominicana (@clarord) — Procesamiento de Lenguaje Natural (NLP)</a:t>
            </a:r>
          </a:p>
          <a:p>
            <a:pPr>
              <a:spcBef>
                <a:spcPts val="2000"/>
              </a:spcBef>
              <a:defRPr sz="1200" b="1">
                <a:solidFill>
                  <a:srgbClr val="FFFFFF"/>
                </a:solidFill>
              </a:defRPr>
            </a:pPr>
            <a:r>
              <a:t>Facilitador: Luis Eduardo Bayonet Robles</a:t>
            </a:r>
            <a:br/>
            <a:r>
              <a:t>Equipo de Trabajo:</a:t>
            </a:r>
            <a:br/>
            <a:r>
              <a:t>• Audric André Rosario Rosario (100089140) — Lead Data Engineering &amp; NLP Modeling</a:t>
            </a:r>
            <a:br/>
            <a:r>
              <a:t>• Orlando Benítez Ventura (100090873) — Lead Business Intelligence &amp; Strategy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El Reto Empresarial: Puntos Ciegos en la Voz del Cliente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Por qué las encuestas tradicionales fallan en telecomunicaciones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0" y="411480"/>
            <a:ext cx="3108960" cy="777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DA291C"/>
                </a:solidFill>
              </a:defRPr>
            </a:pPr>
            <a:r>
              <a:t>🎤 Orlando Benítez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🎬 Mostrar Diapositiva 2 completa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UAPA • Aplicaciones Analíticas de Big Data • Proyecto Final: Claro República Dominicana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Encuestas Tradicionales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Tasa de respuesta &lt; 4% (CSAT / SMS).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Alta latencia: Reportes mensuales/trimestrales.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Sesgo emocional: Solo responden los extremos.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Costo elevado y muestreo reducido.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73152" cy="4114800"/>
          </a:xfrm>
          <a:prstGeom prst="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Voz en Redes (YouTube)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Comentarios espontáneos y no solicitados.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Tiempo real durante averías masivas.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Reseñas técnicas de fibra y velocidad 5G.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Punto ciego: No se analizan sistemáticamente.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783080"/>
            <a:ext cx="73152" cy="4114800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Impacto Comercial (Churn)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El costo de adquirir (CAC) supera 5x al de retener.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Pérdida de clientes hacia la competencia (Altice).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Viralidad: Las quejas públicas acumulan 4x likes.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Oportunidad: Detección preventiva de averías.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783080"/>
            <a:ext cx="73152" cy="4114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Ingesta de Datos: YouTube Data API v3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Extracción ética, prudente de cuota y 100% reproducible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0" y="411480"/>
            <a:ext cx="3108960" cy="777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DA291C"/>
                </a:solidFill>
              </a:defRPr>
            </a:pPr>
            <a:r>
              <a:t>🎤 Audric Rosario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🎬 Transición a VS Code: src/extractor_youtube.py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UAPA • Aplicaciones Analíticas de Big Data • Proyecto Final: Claro República Dominicana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Métricas de Adquisición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Fuente Oficial: YouTube Data API v3 (Google Cloud).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799 comentarios únicos reales recopilados.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56 videos analizados (Institucionales, 5G, Fibra, Soporte).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Consumo de Cuota: 649 unidades de 10,000 (Solo 6.49%).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Pausas de cortesía y sanitización de caracteres.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73152" cy="4114800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Reproducibilidad Offline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Datos crudos congelados en data/raw/ (CSV y JSON).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Permite evaluación académica sin credenciales activas.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Datos de prueba y mocks aislados en data/mocks/.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Lectura segura de credenciales mediante .env (YT_API_KEY).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Pipeline verificado bajo Python 3.12 y .venv local.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73152" cy="4114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Modelado NLP: Arquitectura Transformer en Español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Clasificación contextual de sentimiento y categorización temática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0" y="411480"/>
            <a:ext cx="3108960" cy="777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DA291C"/>
                </a:solidFill>
              </a:defRPr>
            </a:pPr>
            <a:r>
              <a:t>🎤 Audric Rosario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🎬 Transición a Jupyter Notebook / Celdas NLP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UAPA • Aplicaciones Analíticas de Big Data • Proyecto Final: Claro República Dominicana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Preprocesamiento Lingüístico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Normalización fonética Unicode NFKD.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Remoción de URLs, menciones @ y caracteres ruidosos.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Tratamiento de jerga dominicana (nítido, avería, megas).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Stopwords del dominio telco (claro, video, youtube).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73152" cy="4114800"/>
          </a:xfrm>
          <a:prstGeom prst="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Modelo Transformer Preentrenado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Mecanismos de Autoatención Bidireccional (Self-Attention).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Captura negaciones complejas, quejas técnicas y sarcasmo.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Clasificación en 3 estados: Positivo, Negativo, Neutro.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Cálculo de confianza y Net Sentiment Score (NSS).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Segmentación en 5 áreas de servicio técnico.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73152" cy="4114800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Hallazgos de Negocio y Dashboard Plotly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Diagnóstico de reputación y focos críticos de fricción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0" y="411480"/>
            <a:ext cx="3108960" cy="777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DA291C"/>
                </a:solidFill>
              </a:defRPr>
            </a:pPr>
            <a:r>
              <a:t>🎤 Orlando Benítez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🎬 Compartir Pantalla: dashboard_ejecutivo_claro.html interactivo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UAPA • Aplicaciones Analíticas de Big Data • Proyecto Final: Claro República Dominicana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Indicadores Clave (KPIs)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Volumen Total: 799 opiniones auditadas.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NSS Global: +5.76% (Favorable moderado).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Positivos: 12.4% | Neutros: 81.0%.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Negativos: 6.6% (Altamente concentrados).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73152" cy="4114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Liderazgo vs. Alerta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🟢 Red Móvil y 5G: +14.0% NSS (Gran admiración).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🟢 Planes y Promos: +9.6% NSS.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🔴 Atención al Cliente: -3.2% NSS (Crítico).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🟡 Fibra Óptica: +4.4% NSS (Quejas nocturnas).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783080"/>
            <a:ext cx="73152" cy="4114800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Patrón de Resonancia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Las quejas reciben 4x más likes que los elogios.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Comunidad respalda reclamos por averías del 107.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Términos críticos: lento, espera, ping, caída, bot.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Riesgo directo de portabilidad hacia Altice.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783080"/>
            <a:ext cx="73152" cy="4114800"/>
          </a:xfrm>
          <a:prstGeom prst="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Solución Propuesta: 'Claro Sentinel NLP'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De la escucha social pasiva al enrutamiento proactivo de quejas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0" y="411480"/>
            <a:ext cx="3108960" cy="777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DA291C"/>
                </a:solidFill>
              </a:defRPr>
            </a:pPr>
            <a:r>
              <a:t>🎤 Orlando Benítez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🎬 Mostrar Diapositiva 6: Arquitectura Sentinel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UAPA • Aplicaciones Analíticas de Big Data • Proyecto Final: Claro República Dominicana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1. Ingesta Continua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Worker automático consulta YouTube API.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Detección de comentarios en videos oficiales y tutoriales.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Filtro de privacidad y anonimización de datos.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73152" cy="4114800"/>
          </a:xfrm>
          <a:prstGeom prst="rect">
            <a:avLst/>
          </a:prstGeom>
          <a:solidFill>
            <a:srgbClr val="334155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2. Triaje Inteligente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Scoring de sentimiento con Transformer.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Detección de averías técnicas críticas (ping, fibra caída).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Priorización según intensidad y likes.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120" y="1783080"/>
            <a:ext cx="73152" cy="4114800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38328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3. Enlace al CRM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Generación de pre-ticket en Salesforce/Genesys.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Respuesta pública oficial en &lt; 2 horas.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Reducción proyectada de churn del 1.8%.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20" y="1783080"/>
            <a:ext cx="73152" cy="4114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Presupuesto de Implementación y Diagrama de Gantt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Inversión cloud accesible y cronograma estructurado en 16 semanas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0" y="411480"/>
            <a:ext cx="3108960" cy="777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DA291C"/>
                </a:solidFill>
              </a:defRPr>
            </a:pPr>
            <a:r>
              <a:t>🎤 Orlando Benítez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🎬 Mostrar Diapositiva 7: Tabla Presupuesto y Gantt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UAPA • Aplicaciones Analíticas de Big Data • Proyecto Final: Claro República Dominicana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Presupuesto Anual (USD)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Servidor Inferencia AWS EC2 (g4dn.xlarge GPU): $2,160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Base de Datos Cloud PostgreSQL (AWS RDS): $540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YouTube Data API (GCP Free Tier): $0 (Gratuito)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Capacitación al Personal de Atención Digital: $1,000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Mantenimiento y MLOps Semestral: $1,150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TOTAL ANUAL: $4,850 USD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ROI: Se amortiza reteniendo 15 clientes/mes (&lt; 90 días).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73152" cy="4114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Cronograma Gantt (16 Semanas)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Semanas 1-3: Requisitos y Conexión de Datos API.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Semanas 4-7: Fine-tuning del Modelo Transformer.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Semanas 8-10: Construcción de Dashboards en Looker/Plotly.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Semanas 11-14: Piloto con el Equipo de CX y Soporte.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Semanas 15-16: Despliegue General y Capacitación.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Hito Clave: Salida a Producción (Go-Live) en Semana 16.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73152" cy="4114800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11480"/>
            <a:ext cx="7772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b="1" sz="2600">
                <a:solidFill>
                  <a:srgbClr val="FFFFFF"/>
                </a:solidFill>
              </a:defRPr>
            </a:pPr>
            <a:r>
              <a:t>Conclusiones y Recomendaciones Estratégicas</a:t>
            </a:r>
          </a:p>
          <a:p>
            <a:pPr>
              <a:defRPr sz="1300">
                <a:solidFill>
                  <a:srgbClr val="94A3B8"/>
                </a:solidFill>
              </a:defRPr>
            </a:pPr>
            <a:r>
              <a:t>Valor tangible de la analítica aplicada a decisiones de telecomunicaciones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412480" y="411480"/>
            <a:ext cx="3108960" cy="77724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b="1" sz="1100">
                <a:solidFill>
                  <a:srgbClr val="DA291C"/>
                </a:solidFill>
              </a:defRPr>
            </a:pPr>
            <a:r>
              <a:t>🎤 Audric &amp; Orlando</a:t>
            </a:r>
          </a:p>
          <a:p>
            <a:pPr>
              <a:defRPr sz="950">
                <a:solidFill>
                  <a:srgbClr val="94A3B8"/>
                </a:solidFill>
              </a:defRPr>
            </a:pPr>
            <a:r>
              <a:t>🎬 Cámaras de ambos oradores en pantalla dividida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10698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>
                <a:solidFill>
                  <a:srgbClr val="94A3B8"/>
                </a:solidFill>
              </a:defRPr>
            </a:pPr>
            <a:r>
              <a:t>UAPA • Aplicaciones Analíticas de Big Data • Proyecto Final: Claro República Dominicana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Conclusiones Clave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1. Big Data Accesible: YouTube API + Transformers permite auditar percepción sin costos de licencia.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2. Fortaleza Reputacional: La red 5G de Claro es líder en satisfacción nacional (+14.0% NSS).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3. Brecha Operativa: Atención al cliente (-3.2% NSS) requiere intervención inmediata.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4. Resonancia Negativa: El descontento se viraliza 4 veces más rápido que la satisfacción.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1783080"/>
            <a:ext cx="73152" cy="4114800"/>
          </a:xfrm>
          <a:prstGeom prst="rect">
            <a:avLst/>
          </a:prstGeom>
          <a:solidFill>
            <a:srgbClr val="DA291C"/>
          </a:solidFill>
          <a:ln>
            <a:solidFill>
              <a:srgbClr val="DA29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645920"/>
            <a:ext cx="5120640" cy="4389120"/>
          </a:xfrm>
          <a:prstGeom prst="roundRect">
            <a:avLst/>
          </a:prstGeom>
          <a:solidFill>
            <a:srgbClr val="1E293B"/>
          </a:solidFill>
          <a:ln>
            <a:solidFill>
              <a:srgbClr val="3341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rIns="182880" tIns="164592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Recomendaciones Gerenciales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1. Humanizar el Bot: Habilitar transferencia a humano en &lt; 2 min ante quejas de averías.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2. Estabilización de Fibra Nocturna: Auditar tráfico residencial en horas pico (7 a 11 PM).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3. Monitoreo Competitivo: Extender el pipeline al canal de Altice RD para benchmarking.</a:t>
            </a:r>
          </a:p>
          <a:p>
            <a:pPr>
              <a:spcAft>
                <a:spcPts val="400"/>
              </a:spcAft>
              <a:defRPr sz="1100">
                <a:solidFill>
                  <a:srgbClr val="94A3B8"/>
                </a:solidFill>
              </a:defRPr>
            </a:pPr>
            <a:r>
              <a:t>• 4. Enlace al CRM: Implementar Claro Sentinel para respuesta ágil.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1783080"/>
            <a:ext cx="73152" cy="4114800"/>
          </a:xfrm>
          <a:prstGeom prst="rect">
            <a:avLst/>
          </a:prstGeom>
          <a:solidFill>
            <a:srgbClr val="10B981"/>
          </a:solidFill>
          <a:ln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